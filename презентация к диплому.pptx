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CD109-FC5C-1BF6-CDF7-F8AA0949E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6D8012-B1ED-D3B8-29DC-B3C8DE756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8131A0-2C98-FD68-7671-72FC0EAAC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7CA6-6208-4769-8266-A9B1180A8781}" type="datetimeFigureOut">
              <a:rPr lang="ru-RU" smtClean="0"/>
              <a:t>10.06.2023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A84C5A-11EE-D607-3982-546DF0EE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A3E5607-BA37-4F5F-B9A3-B8B48DCC9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B050D-65B9-4B3C-A2A5-8AD5E7FCF2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953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349E4-146A-3F2E-558C-76FA57B2F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25ADFA-B743-72B1-3A01-7B9296000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924592-1396-3B64-9CDC-1D4DD096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7CA6-6208-4769-8266-A9B1180A8781}" type="datetimeFigureOut">
              <a:rPr lang="ru-RU" smtClean="0"/>
              <a:t>10.06.2023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C4E54E-8AE5-A90E-3CC9-FB03B270B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3158C1-C1C0-6A06-0373-20DF023F0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B050D-65B9-4B3C-A2A5-8AD5E7FCF2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71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AA5B0A-E6C3-3EC3-4673-76B3DCDDA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F71F02-B0D3-F3EC-ADA2-AA0D365A0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9AD4B2-4EC6-CD8A-0CC5-113DCA1F9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7CA6-6208-4769-8266-A9B1180A8781}" type="datetimeFigureOut">
              <a:rPr lang="ru-RU" smtClean="0"/>
              <a:t>10.06.2023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12D308-4AC8-8865-EACF-0857BB36A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69EBEE-228F-96D2-CAE8-3E24BB7A3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B050D-65B9-4B3C-A2A5-8AD5E7FCF2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1282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A4460D-509C-6264-31FA-08476321A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43F5FE-E292-E3BB-F41F-6706EF822E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2F28301-CD57-D93B-B655-13BF93F2F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2E8C3FE-2C88-3662-0982-06A973AAD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7CA6-6208-4769-8266-A9B1180A8781}" type="datetimeFigureOut">
              <a:rPr lang="ru-RU" smtClean="0"/>
              <a:t>10.06.2023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EC1FB6D-8FB9-39E2-546A-2C3F755C2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1ADAC0-15CC-38BD-134A-3B47A8F9E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B050D-65B9-4B3C-A2A5-8AD5E7FCF2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310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4F36E6-94C8-EADE-F28B-689CF544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443D0C-4F55-1481-6568-2884D5088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3AD0A82-AECD-E923-3D0F-6622C1FF1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10F48A-CAE3-C182-4D0F-9C8A643EC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5B40A6A-1992-CBFC-5C12-97720123FA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8082838-6456-AB18-41E9-09D30597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7CA6-6208-4769-8266-A9B1180A8781}" type="datetimeFigureOut">
              <a:rPr lang="ru-RU" smtClean="0"/>
              <a:t>10.06.2023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C5BC533-E610-2080-EEFC-7318A5DD9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80D574-ABA2-B537-99F4-CCDCA8654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B050D-65B9-4B3C-A2A5-8AD5E7FCF2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955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E32DB2-2AC8-1169-9E5C-2A0171A28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B1234AD-2DAE-1DD2-3A94-6E721B70D5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7CA6-6208-4769-8266-A9B1180A8781}" type="datetimeFigureOut">
              <a:rPr lang="ru-RU" smtClean="0"/>
              <a:t>10.06.2023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4D39677-A42D-B210-8957-804A45AE3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C4E9406-B69D-CB56-3ACD-84BC69C13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B050D-65B9-4B3C-A2A5-8AD5E7FCF2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8204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CDC8014-A94C-7D46-AFF4-5456A12D5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7CA6-6208-4769-8266-A9B1180A8781}" type="datetimeFigureOut">
              <a:rPr lang="ru-RU" smtClean="0"/>
              <a:t>10.06.2023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D2EDDA1-FD61-7CBE-92AE-3CDD50896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441D25-1E9C-28C9-9FD6-B7895F784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B050D-65B9-4B3C-A2A5-8AD5E7FCF2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0226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420FE9-3ABD-3661-BB3D-ABA601638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2322D1-4849-1578-E026-1E2190E3B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734029-59EE-1427-91FD-746EEC5CE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52358F-104B-E6DB-D6CF-8F5DE4554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7CA6-6208-4769-8266-A9B1180A8781}" type="datetimeFigureOut">
              <a:rPr lang="ru-RU" smtClean="0"/>
              <a:t>10.06.2023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D08868-8082-7698-5C98-B0B9F9148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7542E9-80FE-9DB5-9899-9B2AFC7E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B050D-65B9-4B3C-A2A5-8AD5E7FCF2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138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A58F25-CEB6-D63E-AD7F-459C23220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B3D7AE6-6060-9ABC-4DC3-CB4B8D3BE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6F2B422-8CFE-1F5F-CF5D-300F62950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65587E-668A-9EBE-9B91-F7D7F944B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7CA6-6208-4769-8266-A9B1180A8781}" type="datetimeFigureOut">
              <a:rPr lang="ru-RU" smtClean="0"/>
              <a:t>10.06.2023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6DBD09-36F9-4818-B6CF-B968C36A1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D7F7A5-1CFA-48FF-0CDD-9C0A31129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B050D-65B9-4B3C-A2A5-8AD5E7FCF2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3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65C3BB-ECC4-05A3-2C9B-0B1835FB9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FB258FB-95F8-506F-4FAD-16462CF23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A763C7-4057-46AC-64D8-99A644D02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7CA6-6208-4769-8266-A9B1180A8781}" type="datetimeFigureOut">
              <a:rPr lang="ru-RU" smtClean="0"/>
              <a:t>10.06.2023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7EA5A4-87DA-F6EE-6358-3C6600665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18B06C-6D98-BBE3-E7FC-B452DF4C4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B050D-65B9-4B3C-A2A5-8AD5E7FCF2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873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8E471D6-60DA-F15C-C465-53C5DD08DE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E3BDFD-1CB7-7875-4ECE-6B0753B35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B61A4E2-31FD-64E6-6EFC-6D829337E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E7CA6-6208-4769-8266-A9B1180A8781}" type="datetimeFigureOut">
              <a:rPr lang="ru-RU" smtClean="0"/>
              <a:t>10.06.2023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B46423-48B8-CA4B-7573-0C26CF99A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DBFF745-3DA4-A059-4F1F-5D1DFC357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B050D-65B9-4B3C-A2A5-8AD5E7FCF2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543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0B5B2A-3BC7-6BD4-3FA8-DEC9BFE4D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715C2D-65FC-85C1-7BD7-4F564C592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A9330F-AFD5-8A17-B2E1-12DFFE7738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AE7CA6-6208-4769-8266-A9B1180A8781}" type="datetimeFigureOut">
              <a:rPr lang="ru-RU" smtClean="0"/>
              <a:t>10.06.2023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E623E0-350A-3BD5-5A47-25C42221FF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493F5A-8FF8-8516-3FB3-B5A5E059F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1B050D-65B9-4B3C-A2A5-8AD5E7FCF2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6340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15307-7A11-1B8E-CB3C-AF6A2D6F10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969"/>
            <a:ext cx="9144000" cy="2109777"/>
          </a:xfrm>
        </p:spPr>
        <p:txBody>
          <a:bodyPr/>
          <a:lstStyle/>
          <a:p>
            <a:pPr marL="327025" marR="375920">
              <a:spcBef>
                <a:spcPts val="360"/>
              </a:spcBef>
              <a:spcAft>
                <a:spcPts val="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Автономная</a:t>
            </a:r>
            <a:r>
              <a:rPr lang="ru-RU" sz="1800" b="1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некоммерческая</a:t>
            </a:r>
            <a:r>
              <a:rPr lang="ru-RU" sz="18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организация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«Профессиональная</a:t>
            </a:r>
            <a:r>
              <a:rPr lang="ru-RU" sz="18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образовательная</a:t>
            </a:r>
            <a:r>
              <a:rPr lang="ru-RU" sz="1800" b="1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организация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«Московский Международный Колледж»</a:t>
            </a:r>
            <a:r>
              <a:rPr lang="ru-RU" sz="1800" b="1" spc="-3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(АНО</a:t>
            </a:r>
            <a:r>
              <a:rPr lang="ru-RU" sz="1800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«ПОО «ММК»)</a:t>
            </a:r>
            <a:b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737B780-CC01-FF03-A7A7-425677B4C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01255"/>
            <a:ext cx="9144000" cy="2313264"/>
          </a:xfrm>
        </p:spPr>
        <p:txBody>
          <a:bodyPr/>
          <a:lstStyle/>
          <a:p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АТАЕВ БАДРУДИН ЗАУРБЕКОВИЧ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1D82E9-B1BF-4D12-B1C8-0158EB13FCB6}"/>
              </a:ext>
            </a:extLst>
          </p:cNvPr>
          <p:cNvSpPr txBox="1"/>
          <p:nvPr/>
        </p:nvSpPr>
        <p:spPr>
          <a:xfrm>
            <a:off x="3048699" y="3441693"/>
            <a:ext cx="6094602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70840" marR="372745" algn="ctr">
              <a:spcAft>
                <a:spcPts val="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ВЫПУСКНАЯ</a:t>
            </a:r>
            <a:r>
              <a:rPr lang="ru-RU" sz="18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КВАЛИФИКАЦИОННАЯ</a:t>
            </a:r>
            <a:r>
              <a:rPr lang="ru-RU" sz="1800" b="1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РАБОТА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70840" marR="375920" algn="ctr">
              <a:spcBef>
                <a:spcPts val="775"/>
              </a:spcBef>
              <a:spcAft>
                <a:spcPts val="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ru-RU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тему:</a:t>
            </a:r>
          </a:p>
          <a:p>
            <a:pPr marL="370840" marR="375920" algn="ctr">
              <a:lnSpc>
                <a:spcPct val="150000"/>
              </a:lnSpc>
              <a:spcBef>
                <a:spcPts val="830"/>
              </a:spcBef>
              <a:spcAft>
                <a:spcPts val="0"/>
              </a:spcAft>
            </a:pP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“Разработка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web</a:t>
            </a:r>
            <a:r>
              <a:rPr lang="ru-RU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-сайта для предприятия АО «ВО «Машиноимпорт»”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70840" marR="372745" algn="ctr">
              <a:lnSpc>
                <a:spcPts val="1590"/>
              </a:lnSpc>
              <a:spcAft>
                <a:spcPts val="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</a:t>
            </a:r>
            <a:r>
              <a:rPr lang="ru-RU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специальности –</a:t>
            </a:r>
            <a:r>
              <a:rPr lang="ru-RU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09.02.07</a:t>
            </a:r>
            <a:r>
              <a:rPr lang="ru-RU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информационные системы</a:t>
            </a:r>
            <a:r>
              <a:rPr lang="ru-RU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ru-RU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технологии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6169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6EC910-68F0-9C5E-3D18-4AF72427A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1859" y="1071125"/>
            <a:ext cx="2148281" cy="243281"/>
          </a:xfrm>
        </p:spPr>
        <p:txBody>
          <a:bodyPr>
            <a:normAutofit fontScale="90000"/>
          </a:bodyPr>
          <a:lstStyle/>
          <a:p>
            <a:r>
              <a:rPr lang="ru-RU" sz="3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Введение</a:t>
            </a:r>
            <a:br>
              <a:rPr lang="ru-RU" sz="1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7CECDA-ACDD-23F2-01A4-BAB95AD7D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923" y="1435537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Веб-сайт является неотъемлемым элементом для существования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компании в современном бизнесе.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Сайт позволяет набирать клиентскую базу, устанавливать контакт с партнерами и повышать уровень доверия.</a:t>
            </a:r>
          </a:p>
          <a:p>
            <a:pPr marL="0" indent="0" algn="just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Ввиду актуальности этой темы, в рамках настоящей дипломной работы будет рассмотрен процесс создания веб-сайта для компании АО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Машиноимпорт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57991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999232-C673-0207-5CCF-134E32C71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3400" y="258722"/>
            <a:ext cx="7545198" cy="951124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Основная характеристика компании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6F09CEA-386C-D13C-61ED-DB19E58A74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354" y="5001823"/>
            <a:ext cx="5873291" cy="133690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CEAFA8-D30E-C574-2A9D-FEFDC606BE1A}"/>
              </a:ext>
            </a:extLst>
          </p:cNvPr>
          <p:cNvSpPr txBox="1"/>
          <p:nvPr/>
        </p:nvSpPr>
        <p:spPr>
          <a:xfrm>
            <a:off x="1075014" y="1209846"/>
            <a:ext cx="100419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МАШИНОИМПОРТ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было основано 31 октября 1933 года. За свою историю компания занималась: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4D9483-3C2A-7A41-D3F0-28384E0A0194}"/>
              </a:ext>
            </a:extLst>
          </p:cNvPr>
          <p:cNvSpPr txBox="1"/>
          <p:nvPr/>
        </p:nvSpPr>
        <p:spPr>
          <a:xfrm>
            <a:off x="1075014" y="1976304"/>
            <a:ext cx="100419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Импортом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металлургического и транспортного оборудования;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Экспортом машинотехнической продукции;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троительством трансконтинентальных газопроводов;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Поставкой оборудования на многие отечественные нефтеперерабатывающие заводы;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бустройством крупных нефтегазовых месторождений;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еконструкцией и модернизацией морских портов.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0EE160-10F0-A501-1E20-FB09BFE18403}"/>
              </a:ext>
            </a:extLst>
          </p:cNvPr>
          <p:cNvSpPr txBox="1"/>
          <p:nvPr/>
        </p:nvSpPr>
        <p:spPr>
          <a:xfrm>
            <a:off x="1075013" y="3976382"/>
            <a:ext cx="10041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АО «ВО «Машиноимпорт» поставило более 25% всего машинотехнического оборудования, необходимого для народного хозяйства страны, на общую сумму около 70 миллиардов долларов.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8808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034CF5-68D4-7265-8918-8DBAF0157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7696"/>
            <a:ext cx="10515600" cy="1086681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целей проекта</a:t>
            </a:r>
            <a:endParaRPr lang="ru-RU" sz="36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EB131B-5C83-9686-A706-88CD3E216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1444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Ввиду стремительной виртуализации, изменяются и давно сложившиеся понятия маркетинга, конкуренции и функционирования компании. </a:t>
            </a:r>
          </a:p>
          <a:p>
            <a:pPr marL="0" indent="0" algn="just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Сегодня самым удобным способом узнать информацию о предприятии является запрос в поисковой строке браузера. Крайне важным является наличие у компании веб-сайта. </a:t>
            </a:r>
          </a:p>
          <a:p>
            <a:pPr marL="0" indent="0" algn="just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Сайт поможет предприятию: </a:t>
            </a:r>
          </a:p>
          <a:p>
            <a:pPr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Расширить рынка сбыта;</a:t>
            </a:r>
          </a:p>
          <a:p>
            <a:pPr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Улучшить коммуникацию с клиентами и партнерами;</a:t>
            </a:r>
          </a:p>
          <a:p>
            <a:pPr algn="just"/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Увеличить узнаваемость компании и так далее.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086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598DD4-F9AF-C996-7D88-796021D53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3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рынка программного обеспечения для веб-разработки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15EE443-4E2D-C359-E1E0-92149A399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344"/>
            <a:ext cx="5257800" cy="4790114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инструменты для веб-разработки это: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разметки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HTML;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Язык табличных стилей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Впрочем, для реализации интерактивного и динамического функционала используются языки программирования. Самым популярным в веб-разработке является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JavaScript. 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Особую важность играют и базы данных, без которых было бы невозможно оптимально хранить данные. Например, электронную почту, логин, пароль, профиль и так далее.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6E4F68-600C-BFAB-0151-A9804A6AC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9280" y="2074254"/>
            <a:ext cx="5304530" cy="321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44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0C9D6C-C6A4-67FB-9197-825C6A55F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921312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управления контентом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E80C07-FAF2-4534-B374-F93B02F76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2791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Зачастую администрированием веб-сайта занимаются люди, которые не имеют навыков верстки. Обычно для них разрабатываются системы управления контентом – ПО, позволяющее управлять содержимым веб-страницы.</a:t>
            </a:r>
          </a:p>
          <a:p>
            <a:pPr marL="0" indent="0" algn="just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WordPress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Joomla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Drupal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это примеры наиболее популярных CMS (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Management System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на сегодняшний день. Впрочем, готовые CMS часто предлагают ограниченную функциональность по сравнению с созданием веб-сайта на чистом коде.</a:t>
            </a:r>
          </a:p>
          <a:p>
            <a:pPr marL="0" indent="0" algn="just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BEDC14-8146-3EA2-0556-200DD5503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4636" y="3434843"/>
            <a:ext cx="3922727" cy="313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417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72BC73-2780-30BE-CA2D-3CF34969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Обоснование выбора внедряемой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8B9830-5D7D-9BC1-0C03-AA38E7974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1778"/>
            <a:ext cx="10515600" cy="13255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Вместо использования программ-конструкторов в дипломном проекте будет использована стандартная верстка на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так как специальные сервисы хоть и упрощают разработку, но при этом ограничивают свободу действий разработчика, вынуждая его использовать готовые решения вместо создания собственных.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53DCFE-98CC-07A7-E258-1F18191FBE0D}"/>
              </a:ext>
            </a:extLst>
          </p:cNvPr>
          <p:cNvSpPr txBox="1"/>
          <p:nvPr/>
        </p:nvSpPr>
        <p:spPr>
          <a:xfrm>
            <a:off x="838200" y="3504192"/>
            <a:ext cx="1051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в пользу JavaScript был сделан, так как он является самым распространенным языком во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разработке.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 был создан специально для веб-браузеров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имеет огромное количество библиотек и фреймворков.</a:t>
            </a:r>
          </a:p>
        </p:txBody>
      </p:sp>
    </p:spTree>
    <p:extLst>
      <p:ext uri="{BB962C8B-B14F-4D97-AF65-F5344CB8AC3E}">
        <p14:creationId xmlns:p14="http://schemas.microsoft.com/office/powerpoint/2010/main" val="3107280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D0846-F4CD-C015-986B-41DA4AF83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677"/>
            <a:ext cx="10515600" cy="683499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Размещение новостей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4E880D-2149-4D78-C4AE-A55F73B35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7622"/>
            <a:ext cx="10515600" cy="52295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компании важна возможность создавать новостные посты, ведь именно благодаря этому заинтересованные лица могут узнавать о новых проектах или планах. Не получится использовать чистый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достижения этой цели, так как персонал предприятия может не иметь навыков верстки.</a:t>
            </a: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Многие предпочитают использовать готовые или специально разработанные CMS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которые позволяют манипулировать сайтом, его дизайном, функциональностью и структурой. Однако для рассматриваемого предприятия обширный функционал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CMS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может быть избыточным.</a:t>
            </a: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разработки приложения, которое бы предоставило возможность размещать новости на главной странице, будет использован язык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Его нередко применяют в веб-разработке, ввиду ряда неоспоримых преимуществ.</a:t>
            </a:r>
          </a:p>
          <a:p>
            <a:pPr marL="0" indent="0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поддерживает множество фреймворков, имеет высокую производительность и обладает встроенным механизмом сборки мусора, который автоматически удаляет неиспользуемые объекты. </a:t>
            </a:r>
          </a:p>
        </p:txBody>
      </p:sp>
    </p:spTree>
    <p:extLst>
      <p:ext uri="{BB962C8B-B14F-4D97-AF65-F5344CB8AC3E}">
        <p14:creationId xmlns:p14="http://schemas.microsoft.com/office/powerpoint/2010/main" val="2229400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0A69E1-28BF-167F-90CA-980987886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168"/>
            <a:ext cx="10515600" cy="658332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 на дипломное проектирование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5E6502-6E4F-C1E9-30CB-A95395F3F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3445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9730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B4D34C4-4F2F-BD87-FF63-A55C01F0D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0557"/>
            <a:ext cx="10515600" cy="4351338"/>
          </a:xfrm>
        </p:spPr>
        <p:txBody>
          <a:bodyPr/>
          <a:lstStyle/>
          <a:p>
            <a:pPr marL="140970" marR="269240" indent="0" algn="just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Минимальные технические требования для работы с созданным программным продуктом всего лишь 512 МБ оперативной памяти, однако, чтобы избежать возможных перегрузок устройства, рекомендуется иметь более 2 ГБ оперативной памяти.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0970" marR="269240" indent="0" algn="just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0970" marR="269240" indent="0" algn="just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Если говорить о пользовательской стороне, то технические требования для посещения разработанного веб-сайта будут соответствовать требованиям использования браузера в целом.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0970" marR="269240" indent="0" algn="just">
              <a:lnSpc>
                <a:spcPct val="150000"/>
              </a:lnSpc>
              <a:spcBef>
                <a:spcPts val="5"/>
              </a:spcBef>
              <a:spcAft>
                <a:spcPts val="0"/>
              </a:spcAft>
              <a:buNone/>
            </a:pP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0970" marR="274955" indent="0" algn="just">
              <a:lnSpc>
                <a:spcPct val="150000"/>
              </a:lnSpc>
              <a:spcBef>
                <a:spcPts val="335"/>
              </a:spcBef>
              <a:spcAft>
                <a:spcPts val="0"/>
              </a:spcAft>
              <a:buNone/>
            </a:pPr>
            <a:r>
              <a:rPr lang="ru-RU" sz="1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Также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настоятельно рекомендуется использовать последнюю версию браузера, чтобы избежать проблем с безопасностью и иметь доступ к новым функциям. </a:t>
            </a:r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27F0E3AC-289E-A063-CE8B-844673BEE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455"/>
            <a:ext cx="10515600" cy="448607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Технические требования</a:t>
            </a:r>
          </a:p>
        </p:txBody>
      </p:sp>
    </p:spTree>
    <p:extLst>
      <p:ext uri="{BB962C8B-B14F-4D97-AF65-F5344CB8AC3E}">
        <p14:creationId xmlns:p14="http://schemas.microsoft.com/office/powerpoint/2010/main" val="40237602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672</Words>
  <Application>Microsoft Office PowerPoint</Application>
  <PresentationFormat>Широкоэкранный</PresentationFormat>
  <Paragraphs>63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Автономная некоммерческая организация «Профессиональная образовательная организация «Московский Международный Колледж» (АНО «ПОО «ММК») </vt:lpstr>
      <vt:lpstr>Введение </vt:lpstr>
      <vt:lpstr>Основная характеристика компании</vt:lpstr>
      <vt:lpstr>Описание целей проекта</vt:lpstr>
      <vt:lpstr>Исследование рынка программного обеспечения для веб-разработки</vt:lpstr>
      <vt:lpstr>Системы управления контентом</vt:lpstr>
      <vt:lpstr>Обоснование выбора внедряемой системы</vt:lpstr>
      <vt:lpstr>Размещение новостей</vt:lpstr>
      <vt:lpstr>Постановка задачи на дипломное проектирование</vt:lpstr>
      <vt:lpstr>Технические требования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Автономная некоммерческая организация «Профессиональная образовательная организация «Московский Международный Колледж» (АНО «ПОО «ММК») </dc:title>
  <dc:creator>Евгений Бланский</dc:creator>
  <cp:lastModifiedBy>Евгений Бланский</cp:lastModifiedBy>
  <cp:revision>20</cp:revision>
  <dcterms:created xsi:type="dcterms:W3CDTF">2023-06-09T17:01:11Z</dcterms:created>
  <dcterms:modified xsi:type="dcterms:W3CDTF">2023-06-10T10:11:15Z</dcterms:modified>
</cp:coreProperties>
</file>